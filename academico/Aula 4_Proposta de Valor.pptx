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5383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70217"/>
            <a:ext cx="3500438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Proposta de
Valor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71500" y="3633322"/>
            <a:ext cx="1585913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Profa. Julia Gebara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4643438" y="0"/>
            <a:ext cx="4500563" cy="5143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0"/>
            <a:ext cx="4500563" cy="51435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2138" y="3443288"/>
            <a:ext cx="2800350" cy="8001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2313" y="4400550"/>
            <a:ext cx="1885950" cy="107156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5219" y="4586288"/>
            <a:ext cx="1678781" cy="1071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83178" y="475059"/>
            <a:ext cx="1643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A4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571500"/>
            <a:ext cx="85725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50" b="1" dirty="0">
                <a:solidFill>
                  <a:srgbClr val="0B617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VALOR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571500" y="1328738"/>
            <a:ext cx="8001000" cy="1285875"/>
          </a:xfrm>
          <a:prstGeom prst="rect">
            <a:avLst/>
          </a:prstGeom>
          <a:solidFill>
            <a:srgbClr val="0B617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7250" y="1711654"/>
            <a:ext cx="7429500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 é uma declaração clara e convincente que descreve os benefícios únicos que um produto ou serviço oferece aos seus clientes.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1500" y="3043238"/>
            <a:ext cx="8001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94A4D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MUNDO DOS NEGÓCIOS, ELA RESPONDE À PERGUNTA FUNDAMENTAL: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71500" y="4286250"/>
            <a:ext cx="8001000" cy="857250"/>
          </a:xfrm>
          <a:prstGeom prst="rect">
            <a:avLst/>
          </a:prstGeom>
          <a:solidFill>
            <a:srgbClr val="0B617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57250" y="4612742"/>
            <a:ext cx="7061597" cy="2042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i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"Por que um cliente deveria escolher o meu produto ou serviço em vez do da concorrência?"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83178" y="475059"/>
            <a:ext cx="1643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A4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728662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D94A4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METODOLOGIA APLICADA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1500" y="639366"/>
            <a:ext cx="7286625" cy="3085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b="1" dirty="0">
                <a:solidFill>
                  <a:srgbClr val="0B617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AOS NEGÓCIOS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71500" y="1090817"/>
            <a:ext cx="728662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303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Comunicar o valor que a empresa oferece, destacando como atende às necessidades ou resolve problemas dos clientes de uma maneira que ninguém mais faz. Uma proposta de valor eficaz normalmente aborda: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76642"/>
            <a:ext cx="242888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21544" y="1989144"/>
            <a:ext cx="92154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43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BENEFÍCIOS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71500" y="2319542"/>
            <a:ext cx="2428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0323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Benefícios e Soluções:</a:t>
            </a:r>
            <a:r>
              <a:rPr lang="en-US" sz="900" dirty="0">
                <a:solidFill>
                  <a:srgbClr val="303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que o produto ou serviço faz para melhorar a vida ou resolver um problema do cliente.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707606" y="1976642"/>
            <a:ext cx="126087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43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DIFERENCIAÇÃO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357563" y="2294539"/>
            <a:ext cx="2428875" cy="54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0323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Diferenciação:</a:t>
            </a:r>
            <a:r>
              <a:rPr lang="en-US" sz="900" dirty="0">
                <a:solidFill>
                  <a:srgbClr val="303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que torna o produto ou serviço único ou melhor em comparação com os concorrentes.</a:t>
            </a:r>
            <a:endParaRPr lang="en-US" sz="8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5" y="1976642"/>
            <a:ext cx="242888" cy="2000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3669" y="1989144"/>
            <a:ext cx="117871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7243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NECESSIDADES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143625" y="2319542"/>
            <a:ext cx="2428875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30323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Necessidades do Cliente:</a:t>
            </a:r>
            <a:r>
              <a:rPr lang="en-US" sz="900" dirty="0">
                <a:solidFill>
                  <a:srgbClr val="30323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empresa deve identificar as necessidades, desejos e problemas dos seus clientes e oferecer produtos ou serviços que atendam a essas demandas.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83178" y="475059"/>
            <a:ext cx="16430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94A4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1" dirty="0">
                <a:solidFill>
                  <a:srgbClr val="D94A4D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ATIVIDADE PRÁTICA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71500" y="639366"/>
            <a:ext cx="85725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B617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Canvas da Proposta de Valor: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71500" y="1200150"/>
            <a:ext cx="8001000" cy="3571875"/>
          </a:xfrm>
          <a:prstGeom prst="rect">
            <a:avLst/>
          </a:prstGeom>
          <a:solidFill>
            <a:srgbClr val="FFFFFF"/>
          </a:solidFill>
          <a:ln w="9144">
            <a:solidFill>
              <a:srgbClr val="0B617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343025"/>
            <a:ext cx="7715250" cy="32861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1500" y="4736306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6173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o canvas acima para estruturar a proposta de valor do seu projeto.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PresentationFormat>Apresentação na tela (16:9)</PresentationFormat>
  <Paragraphs>25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Inter</vt:lpstr>
      <vt:lpstr>Inter Bold</vt:lpstr>
      <vt:lpstr>Montserrat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 Gebara</cp:lastModifiedBy>
  <cp:revision>1</cp:revision>
  <dcterms:created xsi:type="dcterms:W3CDTF">2026-09-02T21:32:18Z</dcterms:created>
  <dcterms:modified xsi:type="dcterms:W3CDTF">2026-09-02T21:43:39Z</dcterms:modified>
</cp:coreProperties>
</file>